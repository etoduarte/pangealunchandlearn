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6858000" y="-457200"/>
            <a:ext cx="3200400" cy="1828800"/>
          </a:xfrm>
          <a:prstGeom prst="rect">
            <a:avLst/>
          </a:prstGeom>
          <a:solidFill>
            <a:srgbClr val="FF6B35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474720"/>
            <a:ext cx="1371600" cy="1371600"/>
          </a:xfrm>
          <a:prstGeom prst="ellipse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AI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Works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&amp; Learn  |  Jose Duarte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I've Been Building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2860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SAAS Screenshots Here]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0" y="1371600"/>
            <a:ext cx="2560320" cy="301752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2240" y="22860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SAAS tool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AI assistance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showcased at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talk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today isn't about what I built. It's about what you can do.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931920" y="2743200"/>
            <a:ext cx="12801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 →  Clean Excel  →  Presentation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Claude Cowork — no code, no CLI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There's a lot of tips I could give you.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I'll leave you with: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2743200"/>
            <a:ext cx="3200400" cy="164592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743200"/>
            <a:ext cx="3200400" cy="73152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3017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Concept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0" y="2743200"/>
            <a:ext cx="3200400" cy="1645920"/>
          </a:xfrm>
          <a:prstGeom prst="rect">
            <a:avLst/>
          </a:prstGeom>
          <a:solidFill>
            <a:srgbClr val="1A1F3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2743200"/>
            <a:ext cx="3200400" cy="73152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0175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Technique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4632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Metaphors &amp; Common Language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46304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F3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21031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setup &amp; intent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2103120" cy="2743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743200"/>
            <a:ext cx="2103120" cy="2743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chat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645920"/>
            <a:ext cx="256032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F3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429000" y="1828800"/>
            <a:ext cx="21031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setup &amp; intent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237744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269748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301752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333756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365760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long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up...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1645920"/>
            <a:ext cx="256032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FF475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80760" y="178308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0760" y="210312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0760" y="242316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080760" y="274320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0760" y="306324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080760" y="338328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1" name="Shape 29"/>
          <p:cNvSpPr/>
          <p:nvPr/>
        </p:nvSpPr>
        <p:spPr>
          <a:xfrm>
            <a:off x="6080760" y="3703320"/>
            <a:ext cx="2103120" cy="2286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2" name="Shape 30"/>
          <p:cNvSpPr/>
          <p:nvPr/>
        </p:nvSpPr>
        <p:spPr>
          <a:xfrm>
            <a:off x="6080760" y="1143000"/>
            <a:ext cx="2103120" cy="411480"/>
          </a:xfrm>
          <a:prstGeom prst="rect">
            <a:avLst/>
          </a:prstGeom>
          <a:solidFill>
            <a:srgbClr val="FF4757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1143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setup &amp; intent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777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5216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5216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is gone. AI is lost.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prompt, the AI reads from the top. When your conversation outgrows the window, it loses the beginning — the part where you told it what to 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46304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You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fresh often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chats = dumb AI.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conversation = fresh brain.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965960"/>
            <a:ext cx="640080" cy="64008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Front-load the good stuff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most important info early.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pays most attention to the start.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1965960"/>
            <a:ext cx="640080" cy="640080"/>
          </a:xfrm>
          <a:prstGeom prst="ellipse">
            <a:avLst/>
          </a:prstGeom>
          <a:solidFill>
            <a:srgbClr val="1A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task, one thread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ask it to do 5 things.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deserves its own context.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managing a marketing budget — every dollar (token) counts.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64592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in Metaphors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91440" cy="2743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20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240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needed to sync data from Meta's API — fast, without getting rate-limited.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metaphor: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"Ads are passengers at an airport.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daily data is luggage they need to pick up."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that frame, the AI explained every bottleneck — and I could make choices.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need to know the technical terms. I needed a shared language to think with.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315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engineering prompts.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having conversations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guardrails.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931920" y="3931920"/>
            <a:ext cx="12801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intent. Watch your context. Let the AI do the rest.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931920" y="2468880"/>
            <a:ext cx="12801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today: claude.ai → Cowork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Duarte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&amp; AI: What Actually Works</dc:title>
  <dc:subject>PptxGenJS Presentation</dc:subject>
  <dc:creator>Jose</dc:creator>
  <cp:lastModifiedBy>Jose</cp:lastModifiedBy>
  <cp:revision>1</cp:revision>
  <dcterms:created xsi:type="dcterms:W3CDTF">2026-03-05T04:36:37Z</dcterms:created>
  <dcterms:modified xsi:type="dcterms:W3CDTF">2026-03-05T04:36:37Z</dcterms:modified>
</cp:coreProperties>
</file>